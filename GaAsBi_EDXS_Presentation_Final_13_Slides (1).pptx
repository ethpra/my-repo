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532120"/>
            <a:ext cx="292608" cy="45720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5166360"/>
            <a:ext cx="292608" cy="82296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5440680"/>
            <a:ext cx="292608" cy="54864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617720"/>
            <a:ext cx="292608" cy="13716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5349240"/>
            <a:ext cx="292608" cy="64008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5623560"/>
            <a:ext cx="292608" cy="36576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INDIVIDUAL PROJECT  —  SCHOOL OF ELECTRONIC &amp; ELECTRICAL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Modelling of X-ray Generation and Detection in EDXS of GaAs₁₋ₓBiₓ Alloys in a TEM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whether routine EDX spectroscopy can reliably quantify bismuth content — or whether characteristic-line overlaps are quietly corrupting the answer.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Anthony Pratt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Thomas Walther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 and Electrical Engineering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Sheffield  •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3167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7190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material, and why measuring it is hard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2037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determine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63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090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Theory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493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degrades the spectrum before it is measured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0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Methodology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37997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modelling of X-ray generation &amp; detection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864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669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— and when — gives reliable Bi quantification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8247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824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08760" y="57515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61539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9692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1335024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narrows GaAs's bandgap &amp; cuts temperature drift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valuable for infrared (IR) optoelectronics  ·  lattice strain: an accepted trade-off, not the goal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in this department: avalanche photodiodes at a few percent Bi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noise parameter falls 0.48 (GaAs) → 0.2 at 4% Bi; silicon-comparable by 3.5% Bi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absorption extends past 1.1 µm into the near-infrared   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4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(Liu et al., 2021)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2735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39312"/>
            <a:ext cx="6172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is front-loaded, cost accelerates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most band-structure change is banked in the first few percent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strain energy grows with the square of the misfit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 working devices live in the dilute window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few percent Bi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5742432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57058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80160" y="6071616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EDX quantification of Bi can be misleading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X-ray line overlaps corrupt the signal (2025 study)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863840" y="3310128"/>
            <a:ext cx="3685032" cy="33101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419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47472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Bandgap narrows with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Bi content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66760" y="4251960"/>
            <a:ext cx="731520" cy="173736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4983480"/>
            <a:ext cx="731520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4389120"/>
            <a:ext cx="365760" cy="0"/>
          </a:xfrm>
          <a:prstGeom prst="line">
            <a:avLst/>
          </a:prstGeom>
          <a:noFill/>
          <a:ln w="15875">
            <a:solidFill>
              <a:srgbClr val="10243E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75320" y="6035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0" y="60350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GaAs₁₋ₓBiₓ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6318504"/>
            <a:ext cx="3319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shifts emission into the infrared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&amp;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41732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Monte Carlo framework for X-ray generation, attenuation &amp; detection in GaAs₁₋ₓBiₓ thin foils — to find the most reliable X-ray line pairs for quantifying Bi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349240" cy="17190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34381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rationale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08760" y="380390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strain &amp; bandgap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bowing in GaAsBi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9632" y="3017520"/>
            <a:ext cx="5349240" cy="17190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3246120"/>
            <a:ext cx="457200" cy="457200"/>
          </a:xfrm>
          <a:prstGeom prst="ellipse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68312" y="34381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geometry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68312" y="380390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free-standing foils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(25° take-off, no substrate)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5349240" cy="17190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0657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53035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attenuation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08760" y="56692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absorption vs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&amp; Bi content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99632" y="4882896"/>
            <a:ext cx="5349240" cy="17190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8232" y="51114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68312" y="50657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68312" y="53035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sweep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68312" y="56692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in Python → most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line pair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degrades the spectrum before it is measured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X-rays arrive at the same instant and are recorded as one, carrying their combined energy — landing on Bi Mα, so it fakes the signal being measured.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sum peak.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overlaps measured against the detector linewidth — two peaks closer than about one linewidth merge into a single bump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10908792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907792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077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peak  →  Bi Mα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2907792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eV apart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290779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8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92640" y="29077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 FWHM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50208"/>
            <a:ext cx="10908792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50208"/>
            <a:ext cx="82296" cy="91440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502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Kα₁  vs  Bi Lα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46320" y="395020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eV apart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395020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80" kern="0" dirty="0">
                <a:solidFill>
                  <a:srgbClr val="4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92640" y="39502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FWHM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138928"/>
            <a:ext cx="10908792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138928"/>
            <a:ext cx="82296" cy="1188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2852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peak = bias — systematically wrong in one direction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variance — noisier, but unbiased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code is the easy part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way of getting it wrong produces a result that looks completely normal.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simulations  ×  6 input files each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39696"/>
            <a:ext cx="3483864" cy="1874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9696"/>
            <a:ext cx="3483864" cy="6400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542032"/>
            <a:ext cx="2935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907792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Ångströms, not nanometres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manual says otherwise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52544" y="2139696"/>
            <a:ext cx="3483864" cy="1874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2139696"/>
            <a:ext cx="3483864" cy="6400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2542032"/>
            <a:ext cx="2935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45152" y="2907792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fraction,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atomic fraction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65008" y="2139696"/>
            <a:ext cx="3483864" cy="1874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065008" y="2139696"/>
            <a:ext cx="3483864" cy="6400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7616" y="2542032"/>
            <a:ext cx="2935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57616" y="2907792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set explicitly, or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elemental densities auto-mix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18795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throw an error.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08792" cy="141732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73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14807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input diffed byte-for-byte against a validated reference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injected deliberately — 5 of 5 caught  ·  304 tests green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invented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82296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constant traces to a source — or the code stops.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worth naming: density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estimate it by interpolating elemental metal densities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GaAsBi is covalently bonded — silently the wrong physical picture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08792" cy="1371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245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ρ(x)  =  5.32  +  1.86x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5.32 (GaAs) and 7.18 (hypothetical GaBi), interpolated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Prof. Walther's advice — updates the values in his own published paper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 grew because a measurement told it 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 assumes you can fill in the middle — that what matters is how much material the beam crosses (thickness × density). 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rather than assumed, and it failed: 23% wrong at 1 µm.</a:t>
            </a:r>
            <a:endParaRPr lang="en-US" sz="1800" dirty="0"/>
          </a:p>
        </p:txBody>
      </p:sp>
      <p:pic>
        <p:nvPicPr>
          <p:cNvPr id="5" name="Image 0" descr="/home/claude/deck/figs/fig02_rho_t_insufficiency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2121408"/>
            <a:ext cx="6848856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density error — the offset stays constant while the error grows 17-fold  →  third arm added at x = 0.01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thickness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gallium's brightness ratio also tracks composition (26.3%); arsenic's barely does (7.0%)  →  use arsenic as the ruler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corrupts the measurement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peak is selective, and it selects against the samples that matter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1% pile-up, fake counts on Bi Mα are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true Bi M signal at x = 0.01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true Bi M signal at x = 0.20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same artefact, 23× worse at the low 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Ga and As signals feeding it are ~100× stronger than Bi M in a dilute sample, but only ~5× stronger in a rich one — a small leak from a large pool into a small 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681728"/>
            <a:ext cx="5486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statistics — a real acquisition holds finitely many photons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detected Bi Lα  · 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detected Bi Mα  ·  at x = 0.01, 100 nm</a:t>
            </a:r>
            <a:endParaRPr lang="en-US" sz="1800" dirty="0"/>
          </a:p>
        </p:txBody>
      </p:sp>
      <p:pic>
        <p:nvPicPr>
          <p:cNvPr id="8" name="Image 0" descr="/home/claude/deck/figs/fig04_sumpeak_selectivity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606040"/>
            <a:ext cx="5212080" cy="2532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05332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size, and not the same kind: counting noise is symmetric and shrinks with time — the sum peak is a bias that does not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survives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" cy="4572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mechanisms, three incompatible units  →  one currency: error on recovered composition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unknown gets a default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10908792" cy="6949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42032"/>
            <a:ext cx="868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542032"/>
            <a:ext cx="9509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swept  —  3 pile-up levels × 3 overlap couplings × 3 doses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10908792" cy="6949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46704"/>
            <a:ext cx="868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346704"/>
            <a:ext cx="9509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combinations for the sum peak — route ordering identical in every 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87952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across the full composition range, against Walther's accuracy bar Δx = 0.01 — an error of no more than 0.01 in composition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992624"/>
            <a:ext cx="3483864" cy="9692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992624"/>
            <a:ext cx="3483864" cy="6400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0235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94560" y="510235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/ 27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352544" y="4992624"/>
            <a:ext cx="3483864" cy="9692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4992624"/>
            <a:ext cx="3483864" cy="6400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510235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07024" y="510235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27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065008" y="4992624"/>
            <a:ext cx="3483864" cy="9692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065008" y="4992624"/>
            <a:ext cx="3483864" cy="6400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510235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19488" y="510235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" y="6236208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simulated range the code reports which side the answer fell on — it does not extrapolate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CONCLUSIONS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908792" cy="1389888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264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LINE PAIR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8249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Lα  measured against  As Kα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strongest line of each  ·  x ≈ 0.01  ·  27/27 scenarios pass  ·  Walther's 715.5 s acquisition</a:t>
            </a:r>
            <a:endParaRPr lang="en-US" sz="1800" dirty="0"/>
          </a:p>
        </p:txBody>
      </p:sp>
      <p:pic>
        <p:nvPicPr>
          <p:cNvPr id="8" name="Image 0" descr="/home/claude/deck/figs/fig03_measurability_limi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2834640"/>
            <a:ext cx="8037576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CONCLUSIONS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holds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candidates fail for reasons that do not go away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10908792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47088"/>
            <a:ext cx="82296" cy="91440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4708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286000" y="1847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peak — detector artefact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fakes counts on the 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8470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all 27 · a bias, so longer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cannot cure 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0908792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871216"/>
            <a:ext cx="82296" cy="914400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7121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286000" y="287121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— clears at low Bi,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across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871216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18 of 27 · Bi L never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in any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0908792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895344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9534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389534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(i) — the As / Bi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overlap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3895344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all 27 · worst case 0.0034 in x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quantity measured, not a gap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047488"/>
            <a:ext cx="10908792" cy="155448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93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THREE WAYS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accuracy bars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= 0.01 (Walther)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10% relative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34840" y="54864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 definitions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ratios differ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40–90%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55280" y="54864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32–1024 nm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residual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× 10⁻⁷ in x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CONCLUSIONS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0078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coupling swept (0.1 / 1 / 10%), not measured — the verdict survives the worst case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20624" cy="42062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6090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floor below x = 0.01 not bracketed — two more runs would find 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20624" cy="42062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2102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M discrepancy between two independent codes (1.506 ± 0.020) — bounded, not explained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82296" cy="4572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touch the recommendation — but they are the honest next steps.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2026-08-24T15:42:22Z</dcterms:created>
  <dcterms:modified xsi:type="dcterms:W3CDTF">2026-08-24T15:42:22Z</dcterms:modified>
</cp:coreProperties>
</file>